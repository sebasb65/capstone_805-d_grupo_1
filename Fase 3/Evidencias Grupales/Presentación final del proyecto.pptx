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sRrtlgwBqCG8CzKWr6N3mDE/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1154954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 title="Logo-YouConAP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7463" y="2294042"/>
            <a:ext cx="4097084" cy="4097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224344" y="1610450"/>
            <a:ext cx="7831262" cy="4682935"/>
            <a:chOff x="0" y="0"/>
            <a:chExt cx="7633553" cy="435055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Boris Araus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 y Developer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Diseñar y ejecutar casos de prueba, Desarrollador.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Giovanni Galleguillos Soto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Aclarar requisitos y validar las entregas del sprint, Desarrollador.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Rojas Espinoza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Coordinar reuniones y eliminar impedimentos, Desarrollador.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36188" y="388703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36200" y="3351612"/>
            <a:ext cx="3702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>
            <a:off x="4328936" y="4910039"/>
            <a:ext cx="1597800" cy="12828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988" y="4961543"/>
            <a:ext cx="1597800" cy="11802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4" name="Google Shape;104;p2"/>
          <p:cNvSpPr/>
          <p:nvPr/>
        </p:nvSpPr>
        <p:spPr>
          <a:xfrm>
            <a:off x="4328936" y="1716452"/>
            <a:ext cx="1597800" cy="12828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4168" l="0" r="0" t="0"/>
          <a:stretch/>
        </p:blipFill>
        <p:spPr>
          <a:xfrm>
            <a:off x="4330988" y="1767956"/>
            <a:ext cx="1597800" cy="1180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>
            <a:off x="4328936" y="3313245"/>
            <a:ext cx="1597800" cy="12828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 title="foto_formal.jpeg"/>
          <p:cNvPicPr preferRelativeResize="0"/>
          <p:nvPr/>
        </p:nvPicPr>
        <p:blipFill rotWithShape="1">
          <a:blip r:embed="rId6">
            <a:alphaModFix/>
          </a:blip>
          <a:srcRect b="0" l="0" r="0" t="24425"/>
          <a:stretch/>
        </p:blipFill>
        <p:spPr>
          <a:xfrm>
            <a:off x="4328925" y="3364550"/>
            <a:ext cx="1597800" cy="11802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0" y="10766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699434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agricultores del sector de San Pedro de Melipilla, llevan sus registros de forma manual y desordenada, lo que provoca pérdida de información, mala organización, falta de transparencia en sus pagos y dificultad para controlar cultivos y costos.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143779" y="216977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YouConAPP ofrece una plataforma digital que centraliza el registro de cultivos, actividades y pagos, permitiendo a los agricultores organizar su información, mejorar el control de costos y obtener mayor transparencia en todas sus operaciones.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525703" y="3845033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-100" y="115910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4"/>
          <p:cNvSpPr txBox="1"/>
          <p:nvPr/>
        </p:nvSpPr>
        <p:spPr>
          <a:xfrm>
            <a:off x="1" y="385089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83540" y="20405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Convertirse en la herramienta más práctica y confiable para la gestión agrícola digital, permitiendo que agricultores y administradores controlen su negocio desde un solo lugar.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-Facilitar el ingreso de información diaria mediante una interfaz simple, intuitiva y accesible.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-Registrar y visualizar pagos e ingresos de manera clara y ordenada, aumentando la confianza del agricultor en su gestión financiera.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-Proporcionar datos organizados y accesibles que permitan evaluar rendimiento y planificar mejor la producción.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0" y="107652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sz="3600"/>
          </a:p>
        </p:txBody>
      </p:sp>
      <p:cxnSp>
        <p:nvCxnSpPr>
          <p:cNvPr id="137" name="Google Shape;137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5"/>
          <p:cNvSpPr txBox="1"/>
          <p:nvPr/>
        </p:nvSpPr>
        <p:spPr>
          <a:xfrm>
            <a:off x="223800" y="2338050"/>
            <a:ext cx="60267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digital de cultivos y actividades.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pagos y transparencia financiera.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móvil intuitiva y fácil de usar.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472200" y="2338050"/>
            <a:ext cx="55107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Conexión a Internet.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 Tiempo.</a:t>
            </a: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s-CL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Transacciones Bancarias.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61925" y="10766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8" name="Google Shape;14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2338050"/>
            <a:ext cx="5754049" cy="35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1" y="10782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sz="3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7"/>
          <p:cNvSpPr txBox="1"/>
          <p:nvPr/>
        </p:nvSpPr>
        <p:spPr>
          <a:xfrm>
            <a:off x="1071075" y="2014250"/>
            <a:ext cx="9591600" cy="42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Línea de Tiempo (Resumen):</a:t>
            </a:r>
            <a:endParaRPr b="1"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Sprint 0 (01/09 - 14/09):</a:t>
            </a:r>
            <a:r>
              <a:rPr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Configuración de entorno y diseño de arquitectura.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Sprint 1 (15/09 - 28/09):</a:t>
            </a:r>
            <a:r>
              <a:rPr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Autenticación y Seguridad (Guards).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Sprint 2 (29/09 - 12/10):</a:t>
            </a:r>
            <a:r>
              <a:rPr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Gestión de Campo (Trabajadores y Cultivos).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Sprint 3 (13/10 - 26/10):</a:t>
            </a:r>
            <a:r>
              <a:rPr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Finanzas (Pagos y Cobros).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Sprint 4 (27/10 - 09/11):</a:t>
            </a:r>
            <a:r>
              <a:rPr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Reportes y Dashboard.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Sprint 5 (10/11 - 16/11):</a:t>
            </a:r>
            <a:r>
              <a:rPr lang="es-CL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QA, Cierre y Entrega.</a:t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136175" y="1078052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sz="3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6" name="Google Shape;166;p8" title="diagramaArquitectura_YouConA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888" y="1773400"/>
            <a:ext cx="6995476" cy="508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0" y="77779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3600"/>
          </a:p>
        </p:txBody>
      </p:sp>
      <p:cxnSp>
        <p:nvCxnSpPr>
          <p:cNvPr id="174" name="Google Shape;174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5" name="Google Shape;175;p9" title="Captura de pantalla 2025-12-09 234637.png"/>
          <p:cNvPicPr preferRelativeResize="0"/>
          <p:nvPr/>
        </p:nvPicPr>
        <p:blipFill rotWithShape="1">
          <a:blip r:embed="rId4">
            <a:alphaModFix/>
          </a:blip>
          <a:srcRect b="0" l="2543" r="2209" t="0"/>
          <a:stretch/>
        </p:blipFill>
        <p:spPr>
          <a:xfrm>
            <a:off x="361950" y="1444075"/>
            <a:ext cx="11468100" cy="542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“YouConAPP”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0" y="10796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3" name="Google Shape;183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4" name="Google Shape;18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2109775"/>
            <a:ext cx="3949425" cy="246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3300" y="2313025"/>
            <a:ext cx="2904851" cy="10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 rotWithShape="1">
          <a:blip r:embed="rId6">
            <a:alphaModFix/>
          </a:blip>
          <a:srcRect b="10450" l="0" r="0" t="20431"/>
          <a:stretch/>
        </p:blipFill>
        <p:spPr>
          <a:xfrm>
            <a:off x="8113288" y="3555550"/>
            <a:ext cx="3048726" cy="10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1700" y="4930352"/>
            <a:ext cx="2708602" cy="18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55500" y="1913475"/>
            <a:ext cx="4180500" cy="164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12275" y="3651474"/>
            <a:ext cx="3666952" cy="10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1" y="1082317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3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1" title="Enlace APK YouConAp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275" y="2683550"/>
            <a:ext cx="3793450" cy="379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 txBox="1"/>
          <p:nvPr/>
        </p:nvSpPr>
        <p:spPr>
          <a:xfrm>
            <a:off x="4400550" y="2157725"/>
            <a:ext cx="33909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Nuestra App!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 txBox="1"/>
          <p:nvPr/>
        </p:nvSpPr>
        <p:spPr>
          <a:xfrm>
            <a:off x="1" y="109527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3600"/>
          </a:p>
        </p:txBody>
      </p:sp>
      <p:sp>
        <p:nvSpPr>
          <p:cNvPr id="204" name="Google Shape;204;p12"/>
          <p:cNvSpPr txBox="1"/>
          <p:nvPr/>
        </p:nvSpPr>
        <p:spPr>
          <a:xfrm>
            <a:off x="1886350" y="1934300"/>
            <a:ext cx="79770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Cumplimiento: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100% de las 25 Historias de Usuario implementadas.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Calidad: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Aplicación estable, sin errores bloqueantes en el flujo principal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Producto: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APK generado y funcional en dispositivos Android.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Gestión: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Mantuvimos una comunicación constante y una organización clara de tareas.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5488" y="4020325"/>
            <a:ext cx="2378726" cy="20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" y="108209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sz="3600"/>
          </a:p>
        </p:txBody>
      </p:sp>
      <p:sp>
        <p:nvSpPr>
          <p:cNvPr id="212" name="Google Shape;212;p13"/>
          <p:cNvSpPr txBox="1"/>
          <p:nvPr/>
        </p:nvSpPr>
        <p:spPr>
          <a:xfrm>
            <a:off x="1103025" y="2126150"/>
            <a:ext cx="9863400" cy="3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921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●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Dificultad Principal: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Gestión y Metodología Ágil.</a:t>
            </a:r>
            <a:endParaRPr b="1"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El Problema: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Aunque definimos Sprints, en la práctica tuvimos dificultades para mantener la ritualidad estricta (Daily Meetings, actualizaciones de Trello en tiempo real) debido a cargas académicas externas.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Impacto: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Esto generó momentos de "descoordinación" donde la documentación (Trello) no reflejaba el avance real del código, acumulando deuda administrativa hacia el final de los sprints.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Evidencia: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Como se reportó en los informes de avance, hubo retrasos en la subida de evidencias documentales en los primeros sprints.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○  	</a:t>
            </a:r>
            <a:r>
              <a:rPr b="1"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Solución Aplicada:</a:t>
            </a:r>
            <a:r>
              <a:rPr lang="es-CL" sz="19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 Se realizaron jornadas intensivas de alineación para sincronizar el código con la documentación y cumplir con la entrega final.</a:t>
            </a:r>
            <a:endParaRPr sz="19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558800" rtl="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7" name="Google Shape;2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4"/>
          <p:cNvSpPr txBox="1"/>
          <p:nvPr/>
        </p:nvSpPr>
        <p:spPr>
          <a:xfrm>
            <a:off x="-54175" y="107822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sz="3600"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